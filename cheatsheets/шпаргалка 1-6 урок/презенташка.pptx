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67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FE6C3-25F6-4970-A50E-D3A8293E255C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5861F1-5C79-48BF-B881-3D3E82D4098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62715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861F1-5C79-48BF-B881-3D3E82D4098A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95013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024CA12-0B11-1035-5D6B-9DD79996E5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FB7C10D8-8AF4-EB5E-DF8F-FD8D83A5A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7B9587F3-4169-6165-A882-0B29421A6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DAC33C5-5521-6D27-4A78-0D318DF85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4501516-C5F0-DE2A-263D-14B45268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2634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D66D58-A5F7-16CA-4527-75C81CA2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41EAFE9-1B7D-FC04-DE94-58D2EF1A2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9EB3A87A-CC5F-0319-D40C-CB7CA4759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C3E8CA2-2E91-5A4C-42A0-BEC57B35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CBC956F-1FFA-B349-989A-89C0E218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5231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2B396DB-58E9-0A71-7D04-9A009F0B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C3D9B60-CAF0-300E-EB49-C224CEF81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781808F5-4B16-CD8D-BB34-8469BBDF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1E0B036-384B-9C8D-C4E1-AA68D5F2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BFF4A29-5534-4C13-3F7B-CF52EEE9A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8388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5692CDF-9077-FF57-FCC1-C15D16EFA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B4D29C9A-0DB0-8706-2724-B6C8D1C019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0EF7542-C368-C8CE-F87C-EE233E065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F8A5E00-1B27-2BEC-2CEC-E7D0C910D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490ADC05-3038-D6EA-D6A3-7B2B521EC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BB0A195-C028-F639-0C7A-437B8E086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29728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F222AC0-70DC-DF3D-AA49-6E63282D5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F9019F3B-6456-654F-9AC6-B8B5FAAF3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271BD624-9D08-1D46-6333-303BED509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CB3C0F9A-F306-9F15-A926-1F01CC5C5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F9D33F38-689C-4E3B-9480-225E8E7BC4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2BB0C8F8-07A9-B740-9C8D-455B214D6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9333BCAF-142E-1065-BC4A-863E0A0E7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79B8065E-41C7-B8DA-4472-B1BBDF82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299444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09078DB-16F0-39E3-F421-0A52F1E2F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48BC2110-1841-E0C1-34C6-D88B0C26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860B5AB4-8ACC-4304-E173-589310F7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06EF51B-BF46-3387-A569-BC9DED010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4293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28F5519C-F3D9-BCB7-F629-B1D9F816D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9A297772-6B19-9166-06ED-F8E0B3B16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8A70835-DDE3-2020-E8DC-03D574D6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110457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6233684-BD37-BC4B-78EE-3425CCB1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819256C-B811-D914-7F20-D8A1D9B44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C105F5D-9C28-39B2-99CA-9F4B8BBC12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0F1F90B0-35F4-0296-EA53-9227C8AFA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FC607A39-4C16-68AD-B983-B5223C00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DE3C331-9F13-67E5-9596-4ED173E0C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57003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95B6B19-D269-DF65-E7CC-511929F99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3B1B7F0E-41F6-6DC8-6BAA-39BBFCBE4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4857AC77-1F8B-5BD3-861D-12DFF3F44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D625EEB0-65B5-9A99-DAFD-812A69F0C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17C2720C-25F6-8A29-31CF-0DBE3EC75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0DAB24E6-F2A4-54EB-D859-9B757F248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55728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D23DE84-0DA1-D615-CC26-DB1103F0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363126B3-ABC4-CAA8-ED34-294FA6CC9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4649836-AC12-BC01-21F9-2507BB9C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F834918-9346-5E16-10D9-C74B83A6F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972A33F0-A93D-9FEA-2270-84CDAF10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615719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B3C4EF02-1EDA-37FA-2974-EC5A88E9B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B456DA89-A321-1A19-9C7C-303F399BC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A7C62F62-6B42-ADC5-D85C-0A32C8D1C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42B68061-3EAE-FB5F-2922-B9602337F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C4B9E70-3C55-E2D7-96F8-654FBE835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99412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FF74CD5-EA31-3435-2D68-DAF4EFA3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414786F7-CAD4-3987-95D6-8AAC25FE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FEF3C483-8669-5878-2645-410C77D41C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248B5-511F-429C-913C-D7B63E2F9616}" type="datetimeFigureOut">
              <a:rPr lang="ru-RU" smtClean="0"/>
              <a:pPr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FC2F89B-7C79-EE85-9ED6-F9D6FE0AC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7AEA954-D875-C187-A2B6-ED29A7A243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D7A4B-D2DF-44C0-A742-8B6A3940258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89589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E96BD5-6C8F-E29D-4D49-08997AAE3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9123" y="1206229"/>
            <a:ext cx="9144000" cy="638337"/>
          </a:xfrm>
        </p:spPr>
        <p:txBody>
          <a:bodyPr>
            <a:normAutofit/>
          </a:bodyPr>
          <a:lstStyle/>
          <a:p>
            <a:pPr algn="l"/>
            <a:r>
              <a:rPr lang="ru-RU" sz="2800" dirty="0" err="1"/>
              <a:t>Мазницын</a:t>
            </a:r>
            <a:r>
              <a:rPr lang="ru-RU" sz="2800" dirty="0"/>
              <a:t> Иван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35BA3A48-A5AC-330E-D5F9-55665DB5B9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7036" y="1422921"/>
            <a:ext cx="9144000" cy="4012157"/>
          </a:xfrm>
        </p:spPr>
        <p:txBody>
          <a:bodyPr>
            <a:normAutofit/>
          </a:bodyPr>
          <a:lstStyle/>
          <a:p>
            <a:endParaRPr lang="ru-RU" sz="5200" b="1" dirty="0"/>
          </a:p>
          <a:p>
            <a:r>
              <a:rPr lang="ru-RU" sz="3200" dirty="0"/>
              <a:t>ФИНАЛЬНЫЙ ПРОЕКТ ПО РУЧНОМУ ТЕСТИРОВАНИЮ</a:t>
            </a:r>
          </a:p>
          <a:p>
            <a:pPr algn="ctr"/>
            <a:r>
              <a:rPr lang="ru-RU" sz="4300" dirty="0"/>
              <a:t>ТЕСТИРОВАНИЕ ВЕБ-ПРИЛОЖЕНИЯ "КИНОПОИСК"</a:t>
            </a:r>
          </a:p>
          <a:p>
            <a:endParaRPr lang="ru-RU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xmlns="" id="{92BE7884-BDBD-0140-2491-D544F017EF77}"/>
              </a:ext>
            </a:extLst>
          </p:cNvPr>
          <p:cNvSpPr/>
          <p:nvPr/>
        </p:nvSpPr>
        <p:spPr>
          <a:xfrm>
            <a:off x="927036" y="398834"/>
            <a:ext cx="854748" cy="807395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11646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DCEADB5-C536-197C-CAC7-51308FECC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0828"/>
          </a:xfrm>
        </p:spPr>
        <p:txBody>
          <a:bodyPr>
            <a:normAutofit/>
          </a:bodyPr>
          <a:lstStyle/>
          <a:p>
            <a:r>
              <a:rPr lang="ru-RU" b="1" dirty="0"/>
              <a:t>Проект и цели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1E11DE4-891F-F071-D476-D7EC72AAA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76098"/>
            <a:ext cx="8596668" cy="4212562"/>
          </a:xfrm>
        </p:spPr>
        <p:txBody>
          <a:bodyPr>
            <a:normAutofit/>
          </a:bodyPr>
          <a:lstStyle/>
          <a:p>
            <a:pPr latinLnBrk="1"/>
            <a:r>
              <a:rPr lang="ru-RU" dirty="0"/>
              <a:t>ПРОЕКТ: </a:t>
            </a:r>
            <a:r>
              <a:rPr lang="ru-RU" dirty="0" err="1"/>
              <a:t>Кинопоиск</a:t>
            </a:r>
            <a:r>
              <a:rPr lang="ru-RU" dirty="0"/>
              <a:t> (kinopoisk.ru)</a:t>
            </a:r>
          </a:p>
          <a:p>
            <a:pPr latinLnBrk="1"/>
            <a:r>
              <a:rPr lang="ru-RU" dirty="0"/>
              <a:t>Крупнейший российский </a:t>
            </a:r>
            <a:r>
              <a:rPr lang="ru-RU" dirty="0" err="1"/>
              <a:t>киносервис</a:t>
            </a:r>
            <a:endParaRPr lang="ru-RU" dirty="0"/>
          </a:p>
          <a:p>
            <a:pPr latinLnBrk="1"/>
            <a:r>
              <a:rPr lang="ru-RU" dirty="0"/>
              <a:t>59 различных проверок</a:t>
            </a:r>
          </a:p>
          <a:p>
            <a:pPr latinLnBrk="1"/>
            <a:r>
              <a:rPr lang="ru-RU" dirty="0"/>
              <a:t>3 ключевые функции для тестирования</a:t>
            </a:r>
          </a:p>
          <a:p>
            <a:pPr latinLnBrk="1"/>
            <a:endParaRPr lang="ru-RU" dirty="0"/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632317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45E5040-0D5B-3DB1-C3D2-7B470331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6593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ЦЕЛИ ТЕСТИРОВАНИЯ: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8B377FCE-E9C2-8903-7E84-B4FD54C49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002221"/>
            <a:ext cx="8596668" cy="4039141"/>
          </a:xfrm>
        </p:spPr>
        <p:txBody>
          <a:bodyPr/>
          <a:lstStyle/>
          <a:p>
            <a:pPr latinLnBrk="1"/>
            <a:r>
              <a:rPr lang="ru-RU" sz="2800" dirty="0"/>
              <a:t>1. Авторизация и регистрация</a:t>
            </a:r>
          </a:p>
          <a:p>
            <a:pPr latinLnBrk="1"/>
            <a:r>
              <a:rPr lang="ru-RU" sz="2800" dirty="0"/>
              <a:t>2. Поиск с </a:t>
            </a:r>
            <a:r>
              <a:rPr lang="ru-RU" sz="2800" dirty="0" err="1"/>
              <a:t>автодополнением</a:t>
            </a:r>
            <a:endParaRPr lang="ru-RU" sz="2800" dirty="0"/>
          </a:p>
          <a:p>
            <a:pPr latinLnBrk="1"/>
            <a:r>
              <a:rPr lang="ru-RU" sz="2800" dirty="0"/>
              <a:t>3. Управление избранным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47969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6BEEC8A-DDCC-C87C-A63E-A042C815D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Объем тестирования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392469D-924E-E20D-8194-61FFB4ABB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1959"/>
            <a:ext cx="8596668" cy="4559404"/>
          </a:xfrm>
        </p:spPr>
        <p:txBody>
          <a:bodyPr>
            <a:normAutofit fontScale="85000" lnSpcReduction="20000"/>
          </a:bodyPr>
          <a:lstStyle/>
          <a:p>
            <a:pPr marL="0" indent="0" latinLnBrk="1">
              <a:buNone/>
            </a:pPr>
            <a:r>
              <a:rPr lang="ru-RU" dirty="0"/>
              <a:t>ОБЪЕМ РАБОТЫ:</a:t>
            </a:r>
          </a:p>
          <a:p>
            <a:pPr latinLnBrk="1"/>
            <a:r>
              <a:rPr lang="ru-RU" dirty="0"/>
              <a:t>3 </a:t>
            </a:r>
            <a:r>
              <a:rPr lang="en-US" dirty="0"/>
              <a:t>smoke-</a:t>
            </a:r>
            <a:r>
              <a:rPr lang="ru-RU" dirty="0"/>
              <a:t>тест-кейса</a:t>
            </a:r>
          </a:p>
          <a:p>
            <a:pPr latinLnBrk="1"/>
            <a:r>
              <a:rPr lang="ru-RU" dirty="0"/>
              <a:t>27 функциональных проверок</a:t>
            </a:r>
          </a:p>
          <a:p>
            <a:pPr latinLnBrk="1"/>
            <a:r>
              <a:rPr lang="ru-RU" dirty="0"/>
              <a:t>8 </a:t>
            </a:r>
            <a:r>
              <a:rPr lang="en-US" dirty="0"/>
              <a:t>API </a:t>
            </a:r>
            <a:r>
              <a:rPr lang="ru-RU" dirty="0"/>
              <a:t>тест-кейсов</a:t>
            </a:r>
          </a:p>
          <a:p>
            <a:pPr latinLnBrk="1"/>
            <a:r>
              <a:rPr lang="ru-RU" dirty="0"/>
              <a:t>6 кросс-браузерных тестов</a:t>
            </a:r>
          </a:p>
          <a:p>
            <a:pPr latinLnBrk="1"/>
            <a:r>
              <a:rPr lang="ru-RU" dirty="0"/>
              <a:t>5 </a:t>
            </a:r>
            <a:r>
              <a:rPr lang="en-US" dirty="0"/>
              <a:t>usability-</a:t>
            </a:r>
            <a:r>
              <a:rPr lang="ru-RU" dirty="0"/>
              <a:t>тестов</a:t>
            </a:r>
          </a:p>
          <a:p>
            <a:pPr marL="0" indent="0" latinLnBrk="1">
              <a:buNone/>
            </a:pPr>
            <a:r>
              <a:rPr lang="ru-RU" dirty="0"/>
              <a:t>ВСЕГО: 59 проверок</a:t>
            </a:r>
          </a:p>
          <a:p>
            <a:endParaRPr lang="ru-RU" sz="2400" dirty="0"/>
          </a:p>
          <a:p>
            <a:pPr marL="0" indent="0">
              <a:buNone/>
            </a:pPr>
            <a:r>
              <a:rPr lang="ru-RU" sz="2400" dirty="0"/>
              <a:t>ИНСТРУМЕНТЫ:</a:t>
            </a:r>
          </a:p>
          <a:p>
            <a:r>
              <a:rPr lang="ru-RU" sz="2400" dirty="0" err="1"/>
              <a:t>YoNote</a:t>
            </a:r>
            <a:r>
              <a:rPr lang="ru-RU" sz="2400" dirty="0"/>
              <a:t> - управление тестами</a:t>
            </a:r>
          </a:p>
          <a:p>
            <a:r>
              <a:rPr lang="ru-RU" sz="2400" dirty="0" err="1"/>
              <a:t>Postman</a:t>
            </a:r>
            <a:r>
              <a:rPr lang="ru-RU" sz="2400" dirty="0"/>
              <a:t> - API тестирование</a:t>
            </a:r>
          </a:p>
          <a:p>
            <a:r>
              <a:rPr lang="ru-RU" sz="2400" dirty="0" err="1"/>
              <a:t>Chrome</a:t>
            </a:r>
            <a:r>
              <a:rPr lang="ru-RU" sz="2400" dirty="0"/>
              <a:t>, Firefox - браузеры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07059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0344350-B6B4-C691-21DB-1FEF9311E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93531"/>
          </a:xfrm>
        </p:spPr>
        <p:txBody>
          <a:bodyPr/>
          <a:lstStyle/>
          <a:p>
            <a:r>
              <a:rPr lang="ru-RU" b="1" dirty="0"/>
              <a:t>Статистика тестирования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9C503B2A-A3CD-4F8C-4D14-3EBC9E7A6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latinLnBrk="1">
              <a:buNone/>
            </a:pPr>
            <a:r>
              <a:rPr lang="ru-RU" dirty="0"/>
              <a:t>ДЕТАЛИЗАЦИЯ:</a:t>
            </a:r>
          </a:p>
          <a:p>
            <a:pPr latinLnBrk="1"/>
            <a:r>
              <a:rPr lang="ru-RU" dirty="0"/>
              <a:t>✅ Smoke-тесты:     100% (3/3)</a:t>
            </a:r>
          </a:p>
          <a:p>
            <a:pPr latinLnBrk="1"/>
            <a:r>
              <a:rPr lang="ru-RU" dirty="0"/>
              <a:t>✅ Функциональные:  93% (25/27)</a:t>
            </a:r>
          </a:p>
          <a:p>
            <a:pPr latinLnBrk="1"/>
            <a:r>
              <a:rPr lang="ru-RU" dirty="0"/>
              <a:t>⚠️ API-тесты:       75% (6/8)</a:t>
            </a:r>
          </a:p>
          <a:p>
            <a:pPr latinLnBrk="1"/>
            <a:r>
              <a:rPr lang="ru-RU" dirty="0"/>
              <a:t>✅ Кросс-браузерные: 100% (6/6)</a:t>
            </a:r>
          </a:p>
          <a:p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AC245211-A93B-BF72-420F-7BB3CABB2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38788846"/>
              </p:ext>
            </p:extLst>
          </p:nvPr>
        </p:nvGraphicFramePr>
        <p:xfrm>
          <a:off x="853884" y="1639614"/>
          <a:ext cx="8596668" cy="2037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334">
                  <a:extLst>
                    <a:ext uri="{9D8B030D-6E8A-4147-A177-3AD203B41FA5}">
                      <a16:colId xmlns:a16="http://schemas.microsoft.com/office/drawing/2014/main" xmlns="" val="2370570028"/>
                    </a:ext>
                  </a:extLst>
                </a:gridCol>
                <a:gridCol w="4298334">
                  <a:extLst>
                    <a:ext uri="{9D8B030D-6E8A-4147-A177-3AD203B41FA5}">
                      <a16:colId xmlns:a16="http://schemas.microsoft.com/office/drawing/2014/main" xmlns="" val="3733759624"/>
                    </a:ext>
                  </a:extLst>
                </a:gridCol>
              </a:tblGrid>
              <a:tr h="447475">
                <a:tc>
                  <a:txBody>
                    <a:bodyPr/>
                    <a:lstStyle/>
                    <a:p>
                      <a:r>
                        <a:rPr lang="ru-RU" dirty="0"/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71714239"/>
                  </a:ext>
                </a:extLst>
              </a:tr>
              <a:tr h="39759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Всего тестов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50129503"/>
                  </a:ext>
                </a:extLst>
              </a:tr>
              <a:tr h="39759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Успешно пройдено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82863168"/>
                  </a:ext>
                </a:extLst>
              </a:tr>
              <a:tr h="39759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Общая успешность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92%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04633451"/>
                  </a:ext>
                </a:extLst>
              </a:tr>
              <a:tr h="397590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Найдено дефектов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79340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76082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7E1150E-DCDB-5F3B-1CD3-A7E6E7051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9655"/>
          </a:xfrm>
        </p:spPr>
        <p:txBody>
          <a:bodyPr/>
          <a:lstStyle/>
          <a:p>
            <a:r>
              <a:rPr lang="ru-RU" b="1" dirty="0"/>
              <a:t>Обнаруженные дефекты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533FB80-D57A-994A-17DF-96204DCF6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29255"/>
            <a:ext cx="8596668" cy="4512107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BR-001: Ухудшает пользовательский опыт</a:t>
            </a:r>
          </a:p>
          <a:p>
            <a:r>
              <a:rPr lang="ru-RU" dirty="0"/>
              <a:t>▫️BR-002: Косметическая проблема</a:t>
            </a:r>
          </a:p>
          <a:p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xmlns="" id="{415B8BBD-FE89-1016-8DDD-90C8672EB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019816132"/>
              </p:ext>
            </p:extLst>
          </p:nvPr>
        </p:nvGraphicFramePr>
        <p:xfrm>
          <a:off x="677334" y="1923393"/>
          <a:ext cx="8781976" cy="1805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113">
                  <a:extLst>
                    <a:ext uri="{9D8B030D-6E8A-4147-A177-3AD203B41FA5}">
                      <a16:colId xmlns:a16="http://schemas.microsoft.com/office/drawing/2014/main" xmlns="" val="2288596664"/>
                    </a:ext>
                  </a:extLst>
                </a:gridCol>
                <a:gridCol w="1625794">
                  <a:extLst>
                    <a:ext uri="{9D8B030D-6E8A-4147-A177-3AD203B41FA5}">
                      <a16:colId xmlns:a16="http://schemas.microsoft.com/office/drawing/2014/main" xmlns="" val="2811054191"/>
                    </a:ext>
                  </a:extLst>
                </a:gridCol>
                <a:gridCol w="3518476">
                  <a:extLst>
                    <a:ext uri="{9D8B030D-6E8A-4147-A177-3AD203B41FA5}">
                      <a16:colId xmlns:a16="http://schemas.microsoft.com/office/drawing/2014/main" xmlns="" val="1048125308"/>
                    </a:ext>
                  </a:extLst>
                </a:gridCol>
                <a:gridCol w="2393593">
                  <a:extLst>
                    <a:ext uri="{9D8B030D-6E8A-4147-A177-3AD203B41FA5}">
                      <a16:colId xmlns:a16="http://schemas.microsoft.com/office/drawing/2014/main" xmlns="" val="416382764"/>
                    </a:ext>
                  </a:extLst>
                </a:gridCol>
              </a:tblGrid>
              <a:tr h="699117"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ID    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Модуль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Заголовок</a:t>
                      </a:r>
                      <a:endParaRPr lang="ru-RU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>
                          <a:effectLst/>
                          <a:latin typeface="Times New Roman" panose="02020603050405020304" pitchFamily="18" charset="0"/>
                          <a:ea typeface="Aptos" panose="020B0004020202020204" pitchFamily="34" charset="0"/>
                        </a:rPr>
                        <a:t>Серьезность  </a:t>
                      </a:r>
                      <a:endParaRPr lang="ru-RU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27623311"/>
                  </a:ext>
                </a:extLst>
              </a:tr>
              <a:tr h="466305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BR-001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Поиск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работает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автодополнение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Значительная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9939770"/>
                  </a:ext>
                </a:extLst>
              </a:tr>
              <a:tr h="466305"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BR-002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Избранное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Нет визуальной обратной связи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Незначительная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03064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13761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79BFF40-A1D1-83FA-FD0C-73EDF3BD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9297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API тестирование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3370392-FC43-EDD0-DDB1-FB473DF67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8897"/>
            <a:ext cx="8596668" cy="4622465"/>
          </a:xfrm>
        </p:spPr>
        <p:txBody>
          <a:bodyPr>
            <a:normAutofit fontScale="55000" lnSpcReduction="20000"/>
          </a:bodyPr>
          <a:lstStyle/>
          <a:p>
            <a:pPr marL="0" indent="0" latinLnBrk="1">
              <a:buNone/>
            </a:pPr>
            <a:r>
              <a:rPr lang="ru-RU" dirty="0"/>
              <a:t>РЕЗУЛЬТАТЫ:</a:t>
            </a:r>
          </a:p>
          <a:p>
            <a:pPr latinLnBrk="1"/>
            <a:r>
              <a:rPr lang="ru-RU" dirty="0"/>
              <a:t>8 тест-кейсов создано</a:t>
            </a:r>
          </a:p>
          <a:p>
            <a:pPr latinLnBrk="1"/>
            <a:r>
              <a:rPr lang="ru-RU" dirty="0"/>
              <a:t>6 тестов выполнено</a:t>
            </a:r>
          </a:p>
          <a:p>
            <a:pPr latinLnBrk="1"/>
            <a:r>
              <a:rPr lang="ru-RU" dirty="0"/>
              <a:t>75% успешных тестов</a:t>
            </a:r>
          </a:p>
          <a:p>
            <a:pPr latinLnBrk="1"/>
            <a:endParaRPr lang="ru-RU" dirty="0"/>
          </a:p>
          <a:p>
            <a:pPr marL="0" indent="0" latinLnBrk="1">
              <a:buNone/>
            </a:pPr>
            <a:r>
              <a:rPr lang="ru-RU" dirty="0"/>
              <a:t>УСПЕШНЫЕ ТЕСТЫ:</a:t>
            </a:r>
          </a:p>
          <a:p>
            <a:pPr latinLnBrk="1"/>
            <a:r>
              <a:rPr lang="ru-RU" dirty="0"/>
              <a:t>✅ 405 </a:t>
            </a:r>
            <a:r>
              <a:rPr lang="en-US" dirty="0"/>
              <a:t>Method Not Allowed</a:t>
            </a:r>
          </a:p>
          <a:p>
            <a:pPr latinLnBrk="1"/>
            <a:r>
              <a:rPr lang="ru-RU" dirty="0"/>
              <a:t>✅ 401 </a:t>
            </a:r>
            <a:r>
              <a:rPr lang="en-US" dirty="0"/>
              <a:t>Unauthorized</a:t>
            </a:r>
          </a:p>
          <a:p>
            <a:pPr latinLnBrk="1"/>
            <a:r>
              <a:rPr lang="ru-RU" dirty="0"/>
              <a:t>✅ Поиск по кириллице/латинице</a:t>
            </a:r>
          </a:p>
          <a:p>
            <a:pPr latinLnBrk="1"/>
            <a:endParaRPr lang="ru-RU" dirty="0"/>
          </a:p>
          <a:p>
            <a:pPr marL="0" indent="0" latinLnBrk="1">
              <a:buNone/>
            </a:pPr>
            <a:r>
              <a:rPr lang="ru-RU" dirty="0"/>
              <a:t>ОГРАНИЧЕНИЯ:</a:t>
            </a:r>
          </a:p>
          <a:p>
            <a:pPr latinLnBrk="1"/>
            <a:r>
              <a:rPr lang="ru-RU" dirty="0"/>
              <a:t>❌ 2 теста не выполнены (ограничения </a:t>
            </a:r>
            <a:r>
              <a:rPr lang="en-US" dirty="0"/>
              <a:t>API)</a:t>
            </a:r>
          </a:p>
          <a:p>
            <a:pPr latinLnBrk="1"/>
            <a:r>
              <a:rPr lang="ru-RU" dirty="0"/>
              <a:t>❌ Капча-защита </a:t>
            </a:r>
            <a:r>
              <a:rPr lang="en-US" dirty="0"/>
              <a:t>endpoints</a:t>
            </a:r>
          </a:p>
          <a:p>
            <a:pPr latinLnBrk="1"/>
            <a:endParaRPr lang="en-US" dirty="0"/>
          </a:p>
          <a:p>
            <a:pPr marL="0" indent="0" latinLnBrk="1">
              <a:buNone/>
            </a:pPr>
            <a:r>
              <a:rPr lang="ru-RU" dirty="0"/>
              <a:t>ВЫВОД: </a:t>
            </a:r>
            <a:r>
              <a:rPr lang="en-US" dirty="0"/>
              <a:t>API </a:t>
            </a:r>
            <a:r>
              <a:rPr lang="ru-RU" dirty="0"/>
              <a:t>корректно защищено</a:t>
            </a:r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xmlns="" val="285482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6ADBA7A-3BB6-8CFB-6715-6433AEF59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0828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Кросс-браузерное тестирование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7EDADF6-C26D-8CFC-0F79-A4949DA26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3849"/>
            <a:ext cx="8596668" cy="4417514"/>
          </a:xfrm>
        </p:spPr>
        <p:txBody>
          <a:bodyPr>
            <a:normAutofit lnSpcReduction="10000"/>
          </a:bodyPr>
          <a:lstStyle/>
          <a:p>
            <a:pPr marL="0" indent="0" latinLnBrk="1">
              <a:buNone/>
            </a:pPr>
            <a:r>
              <a:rPr lang="ru-RU" dirty="0"/>
              <a:t>ТЕСТИРОВАНИЕ В БРАУЗЕРАХ:</a:t>
            </a:r>
          </a:p>
          <a:p>
            <a:pPr latinLnBrk="1"/>
            <a:r>
              <a:rPr lang="ru-RU" dirty="0"/>
              <a:t>✅ Google </a:t>
            </a:r>
            <a:r>
              <a:rPr lang="ru-RU" dirty="0" err="1"/>
              <a:t>Chrome</a:t>
            </a:r>
            <a:r>
              <a:rPr lang="ru-RU" dirty="0"/>
              <a:t> - 100% совместимость</a:t>
            </a:r>
          </a:p>
          <a:p>
            <a:pPr latinLnBrk="1"/>
            <a:r>
              <a:rPr lang="ru-RU" dirty="0"/>
              <a:t>✅ Mozilla Firefox - 100% совместимость  </a:t>
            </a:r>
          </a:p>
          <a:p>
            <a:pPr latinLnBrk="1"/>
            <a:r>
              <a:rPr lang="ru-RU" dirty="0"/>
              <a:t>✅ Microsoft Edge - 100% совместимость</a:t>
            </a:r>
          </a:p>
          <a:p>
            <a:pPr latinLnBrk="1"/>
            <a:endParaRPr lang="ru-RU" dirty="0"/>
          </a:p>
          <a:p>
            <a:pPr marL="0" indent="0" latinLnBrk="1">
              <a:buNone/>
            </a:pPr>
            <a:r>
              <a:rPr lang="ru-RU" dirty="0"/>
              <a:t>РЕЗУЛЬТАТ:</a:t>
            </a:r>
          </a:p>
          <a:p>
            <a:pPr latinLnBrk="1"/>
            <a:r>
              <a:rPr lang="ru-RU" dirty="0"/>
              <a:t>6/6 тестов пройдено успешно</a:t>
            </a:r>
          </a:p>
          <a:p>
            <a:pPr latinLnBrk="1"/>
            <a:r>
              <a:rPr lang="ru-RU" dirty="0"/>
              <a:t>Единообразие интерфейса</a:t>
            </a:r>
          </a:p>
          <a:p>
            <a:pPr latinLnBrk="1"/>
            <a:r>
              <a:rPr lang="ru-RU" dirty="0"/>
              <a:t>Корректная работа функционала</a:t>
            </a:r>
          </a:p>
          <a:p>
            <a:endParaRPr lang="ru-RU" sz="28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87081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0709094-2ED2-6E7D-1914-3BD722854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2359"/>
          </a:xfrm>
        </p:spPr>
        <p:txBody>
          <a:bodyPr/>
          <a:lstStyle/>
          <a:p>
            <a:r>
              <a:rPr lang="ru-RU" b="1" dirty="0"/>
              <a:t>Заключение и рекомендации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7E68E1A-F266-9153-2229-4FAEBF46A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2773"/>
            <a:ext cx="8596668" cy="4748590"/>
          </a:xfrm>
        </p:spPr>
        <p:txBody>
          <a:bodyPr>
            <a:normAutofit fontScale="70000" lnSpcReduction="20000"/>
          </a:bodyPr>
          <a:lstStyle/>
          <a:p>
            <a:pPr marL="0" indent="0" latinLnBrk="1">
              <a:buNone/>
            </a:pPr>
            <a:r>
              <a:rPr lang="ru-RU" dirty="0"/>
              <a:t>ЗАКЛЮЧЕНИЕ:</a:t>
            </a:r>
          </a:p>
          <a:p>
            <a:pPr latinLnBrk="1"/>
            <a:endParaRPr lang="ru-RU" dirty="0"/>
          </a:p>
          <a:p>
            <a:pPr latinLnBrk="1"/>
            <a:r>
              <a:rPr lang="ru-RU" dirty="0"/>
              <a:t>✅ 92% тестов пройдено успешно (54/59)</a:t>
            </a:r>
          </a:p>
          <a:p>
            <a:pPr latinLnBrk="1"/>
            <a:r>
              <a:rPr lang="ru-RU" dirty="0"/>
              <a:t>✅ Ключевой функционал работает стабильно</a:t>
            </a:r>
          </a:p>
          <a:p>
            <a:pPr latinLnBrk="1"/>
            <a:r>
              <a:rPr lang="ru-RU" dirty="0"/>
              <a:t>✅ Критических дефектов не обнаружено</a:t>
            </a:r>
          </a:p>
          <a:p>
            <a:pPr latinLnBrk="1"/>
            <a:r>
              <a:rPr lang="ru-RU" dirty="0"/>
              <a:t>✅ Кросс-браузерная совместимость 100%</a:t>
            </a:r>
          </a:p>
          <a:p>
            <a:pPr latinLnBrk="1"/>
            <a:endParaRPr lang="ru-RU" dirty="0"/>
          </a:p>
          <a:p>
            <a:pPr marL="0" indent="0" latinLnBrk="1">
              <a:buNone/>
            </a:pPr>
            <a:r>
              <a:rPr lang="ru-RU" dirty="0"/>
              <a:t>РЕКОМЕНДАЦИИ:</a:t>
            </a:r>
          </a:p>
          <a:p>
            <a:pPr latinLnBrk="1"/>
            <a:r>
              <a:rPr lang="ru-RU" dirty="0"/>
              <a:t>1. Восстановить </a:t>
            </a:r>
            <a:r>
              <a:rPr lang="ru-RU" dirty="0" err="1"/>
              <a:t>автодополнение</a:t>
            </a:r>
            <a:r>
              <a:rPr lang="ru-RU" dirty="0"/>
              <a:t> поиска</a:t>
            </a:r>
          </a:p>
          <a:p>
            <a:pPr latinLnBrk="1"/>
            <a:r>
              <a:rPr lang="ru-RU" dirty="0"/>
              <a:t>2. Добавить визуальную обратную связь</a:t>
            </a:r>
          </a:p>
          <a:p>
            <a:pPr latinLnBrk="1"/>
            <a:r>
              <a:rPr lang="ru-RU" dirty="0"/>
              <a:t>3. Создать </a:t>
            </a:r>
            <a:r>
              <a:rPr lang="ru-RU" dirty="0" err="1"/>
              <a:t>sandbox</a:t>
            </a:r>
            <a:r>
              <a:rPr lang="ru-RU" dirty="0"/>
              <a:t>-окружение для API</a:t>
            </a:r>
          </a:p>
          <a:p>
            <a:pPr latinLnBrk="1"/>
            <a:r>
              <a:rPr lang="ru-RU" dirty="0"/>
              <a:t>4. Разработать документацию API</a:t>
            </a:r>
          </a:p>
          <a:p>
            <a:pPr latinLnBrk="1"/>
            <a:endParaRPr lang="ru-RU" dirty="0"/>
          </a:p>
          <a:p>
            <a:pPr marL="0" indent="0" latinLnBrk="1">
              <a:buNone/>
            </a:pPr>
            <a:r>
              <a:rPr lang="ru-RU" dirty="0"/>
              <a:t>ВЫВОД: </a:t>
            </a:r>
            <a:r>
              <a:rPr lang="ru-RU" dirty="0" smtClean="0"/>
              <a:t>Ключевые функции стабильны, блокирующих ошибок нет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915478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1270</TotalTime>
  <Words>318</Words>
  <Application>Microsoft Office PowerPoint</Application>
  <PresentationFormat>Произвольный</PresentationFormat>
  <Paragraphs>114</Paragraphs>
  <Slides>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Мазницын Иван</vt:lpstr>
      <vt:lpstr>Проект и цели</vt:lpstr>
      <vt:lpstr>ЦЕЛИ ТЕСТИРОВАНИЯ: </vt:lpstr>
      <vt:lpstr>Объем тестирования</vt:lpstr>
      <vt:lpstr>Статистика тестирования</vt:lpstr>
      <vt:lpstr>Обнаруженные дефекты </vt:lpstr>
      <vt:lpstr>API тестирование </vt:lpstr>
      <vt:lpstr>Кросс-браузерное тестирование</vt:lpstr>
      <vt:lpstr>Заключение и рекомендации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Мазницын Иван</dc:title>
  <dc:creator>Asus</dc:creator>
  <cp:lastModifiedBy>Иван</cp:lastModifiedBy>
  <cp:revision>12</cp:revision>
  <dcterms:created xsi:type="dcterms:W3CDTF">2025-11-04T15:13:16Z</dcterms:created>
  <dcterms:modified xsi:type="dcterms:W3CDTF">2025-11-06T06:35:11Z</dcterms:modified>
</cp:coreProperties>
</file>